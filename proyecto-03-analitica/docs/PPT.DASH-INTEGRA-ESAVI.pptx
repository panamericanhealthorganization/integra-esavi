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0"/>
    <p:restoredTop sz="94610"/>
  </p:normalViewPr>
  <p:slideViewPr>
    <p:cSldViewPr snapToGrid="0" snapToObjects="1">
      <p:cViewPr>
        <p:scale>
          <a:sx n="162" d="100"/>
          <a:sy n="162" d="100"/>
        </p:scale>
        <p:origin x="24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75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D04F-0E5D-2325-0F21-46E5A80FF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A546A-26CB-1C48-0792-50982967F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2FC74-8B41-D88F-4E13-D6A0F5752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31AD4-3205-361C-05FD-859C1D986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5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5775-E9DF-72BE-1CD2-2D95725F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F74DC-5EAC-DED5-E34D-32D767582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B46B2-38A1-76C8-4588-23C2DE687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B8712-E8D1-3055-FFF8-0074C2246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4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5AFD9-9566-0894-F397-30237258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C132A-A161-9CB6-9983-C3CE5B7CE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0A36B-0F19-5076-DEC4-B585D03C5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EC234-CF7B-4F5F-A67B-4D0D7AD4B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29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A11B-B063-FF05-A0E2-CBBC640D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3018B-9F0C-4749-23E8-0745CB56E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05E6E-399F-75EB-D80B-5B1133198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5BEA4-AACD-DA20-BB81-99DDAE030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34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B11B-632E-51BB-B978-A52BC5BC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1D0A7-CF73-668B-E6C2-F6872987E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EE0AF-252E-04BD-6D3B-3BC3809A4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A0422-BBB8-B73C-A62E-BD98ADF28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02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876425"/>
            <a:ext cx="762000" cy="5715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63917" y="2162175"/>
            <a:ext cx="5616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ESAVI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63917" y="3000375"/>
            <a:ext cx="5616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Integración de Eventos Adversos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762000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00050" y="7620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790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8517" y="18478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61245"/>
            <a:ext cx="32238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proyecto INTEGRA ESAVI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2552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8517" y="26098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23245"/>
            <a:ext cx="27513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esperados y entregables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3314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8517" y="33718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385245"/>
            <a:ext cx="23813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y próximos pasos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4076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8517" y="41338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147245"/>
            <a:ext cx="18372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respuestas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INTEGRA-ESAVI</a:t>
            </a:r>
            <a:endParaRPr lang="en-US" sz="3000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B56A9C26-E23A-E895-1F0A-EFAC1756708B}"/>
              </a:ext>
            </a:extLst>
          </p:cNvPr>
          <p:cNvGrpSpPr/>
          <p:nvPr/>
        </p:nvGrpSpPr>
        <p:grpSpPr>
          <a:xfrm>
            <a:off x="342090" y="1247924"/>
            <a:ext cx="6888804" cy="2461557"/>
            <a:chOff x="381000" y="1552724"/>
            <a:chExt cx="4000500" cy="518071"/>
          </a:xfrm>
        </p:grpSpPr>
        <p:sp>
          <p:nvSpPr>
            <p:cNvPr id="34" name="Text 2">
              <a:extLst>
                <a:ext uri="{FF2B5EF4-FFF2-40B4-BE49-F238E27FC236}">
                  <a16:creationId xmlns:a16="http://schemas.microsoft.com/office/drawing/2014/main" id="{A71D3DAF-207C-F747-6443-3957181D26CC}"/>
                </a:ext>
              </a:extLst>
            </p:cNvPr>
            <p:cNvSpPr/>
            <p:nvPr/>
          </p:nvSpPr>
          <p:spPr>
            <a:xfrm>
              <a:off x="381000" y="1552724"/>
              <a:ext cx="4000500" cy="518071"/>
            </a:xfrm>
            <a:prstGeom prst="roundRect">
              <a:avLst>
                <a:gd name="adj" fmla="val 0"/>
              </a:avLst>
            </a:prstGeom>
            <a:solidFill>
              <a:srgbClr val="E8F2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1DD6CDE0-4011-A0F5-21B6-CF5CAD4C918E}"/>
                </a:ext>
              </a:extLst>
            </p:cNvPr>
            <p:cNvSpPr/>
            <p:nvPr/>
          </p:nvSpPr>
          <p:spPr>
            <a:xfrm>
              <a:off x="400050" y="1552724"/>
              <a:ext cx="0" cy="518071"/>
            </a:xfrm>
            <a:prstGeom prst="line">
              <a:avLst/>
            </a:prstGeom>
            <a:noFill/>
            <a:ln w="381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es-ES_tradnl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EF77-EDA4-2927-D47B-8821FA2E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5A9E28-B892-51FB-21E3-DCE12DD67242}"/>
              </a:ext>
            </a:extLst>
          </p:cNvPr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E361EA-7BD8-9BC9-CE7E-2781C104E603}"/>
              </a:ext>
            </a:extLst>
          </p:cNvPr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Dasboard</a:t>
            </a: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Calidad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A35CAF-23A1-6C3E-4593-66619344C218}"/>
              </a:ext>
            </a:extLst>
          </p:cNvPr>
          <p:cNvSpPr/>
          <p:nvPr/>
        </p:nvSpPr>
        <p:spPr>
          <a:xfrm>
            <a:off x="381000" y="155272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E8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E10DBD-F121-DD14-E4FE-A3F7603E5510}"/>
              </a:ext>
            </a:extLst>
          </p:cNvPr>
          <p:cNvSpPr/>
          <p:nvPr/>
        </p:nvSpPr>
        <p:spPr>
          <a:xfrm>
            <a:off x="400050" y="1552724"/>
            <a:ext cx="0" cy="51807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EF4FC0-8F87-9128-200B-86EEBE505533}"/>
              </a:ext>
            </a:extLst>
          </p:cNvPr>
          <p:cNvSpPr/>
          <p:nvPr/>
        </p:nvSpPr>
        <p:spPr>
          <a:xfrm>
            <a:off x="571500" y="170512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Desarrollado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la Plataforma INTEGRAESAVI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4977114-50E3-321B-0CD1-2F87D0B0A738}"/>
              </a:ext>
            </a:extLst>
          </p:cNvPr>
          <p:cNvSpPr/>
          <p:nvPr/>
        </p:nvSpPr>
        <p:spPr>
          <a:xfrm>
            <a:off x="361951" y="2291730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B7D8D85-0AF5-8239-7DE0-EDC4B723F62F}"/>
              </a:ext>
            </a:extLst>
          </p:cNvPr>
          <p:cNvSpPr/>
          <p:nvPr/>
        </p:nvSpPr>
        <p:spPr>
          <a:xfrm>
            <a:off x="381001" y="2291730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C3CAFE9-2942-E8F1-893E-A839FEE0AC18}"/>
              </a:ext>
            </a:extLst>
          </p:cNvPr>
          <p:cNvSpPr/>
          <p:nvPr/>
        </p:nvSpPr>
        <p:spPr>
          <a:xfrm>
            <a:off x="552451" y="2444130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FB1905A5-D96A-A42B-B1F2-504E41A69CA4}"/>
              </a:ext>
            </a:extLst>
          </p:cNvPr>
          <p:cNvSpPr/>
          <p:nvPr/>
        </p:nvSpPr>
        <p:spPr>
          <a:xfrm>
            <a:off x="361951" y="2983697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EB86C10A-C13A-9D80-DC91-8F01309C3E3F}"/>
              </a:ext>
            </a:extLst>
          </p:cNvPr>
          <p:cNvSpPr/>
          <p:nvPr/>
        </p:nvSpPr>
        <p:spPr>
          <a:xfrm>
            <a:off x="381001" y="2983697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3EB8DD9A-E3CE-5077-B9E4-8F196B82D3B1}"/>
              </a:ext>
            </a:extLst>
          </p:cNvPr>
          <p:cNvSpPr/>
          <p:nvPr/>
        </p:nvSpPr>
        <p:spPr>
          <a:xfrm>
            <a:off x="552451" y="3136097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AC139C65-02C4-B872-BF62-F736FD9815D4}"/>
              </a:ext>
            </a:extLst>
          </p:cNvPr>
          <p:cNvSpPr/>
          <p:nvPr/>
        </p:nvSpPr>
        <p:spPr>
          <a:xfrm>
            <a:off x="381000" y="367566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6B6EADDF-8154-B802-1B54-853BE1717DF1}"/>
              </a:ext>
            </a:extLst>
          </p:cNvPr>
          <p:cNvSpPr/>
          <p:nvPr/>
        </p:nvSpPr>
        <p:spPr>
          <a:xfrm>
            <a:off x="400050" y="3675664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37AB08B6-76F1-E13C-E6BC-671728EBC255}"/>
              </a:ext>
            </a:extLst>
          </p:cNvPr>
          <p:cNvSpPr/>
          <p:nvPr/>
        </p:nvSpPr>
        <p:spPr>
          <a:xfrm>
            <a:off x="571500" y="382806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690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2DBA-3A0D-F944-F6C8-26C0476B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6AF958-CF25-43F5-CD4D-2FC12DD448E3}"/>
              </a:ext>
            </a:extLst>
          </p:cNvPr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3F3015-21DA-BF84-FC3D-EB9F1FE250BD}"/>
              </a:ext>
            </a:extLst>
          </p:cNvPr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Dasboard</a:t>
            </a: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C099F7-401E-6794-3FA2-0146E52E37E4}"/>
              </a:ext>
            </a:extLst>
          </p:cNvPr>
          <p:cNvSpPr/>
          <p:nvPr/>
        </p:nvSpPr>
        <p:spPr>
          <a:xfrm>
            <a:off x="381000" y="155272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E8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FCB50C-4EF7-282B-378B-CB35B406CA24}"/>
              </a:ext>
            </a:extLst>
          </p:cNvPr>
          <p:cNvSpPr/>
          <p:nvPr/>
        </p:nvSpPr>
        <p:spPr>
          <a:xfrm>
            <a:off x="400050" y="1552724"/>
            <a:ext cx="0" cy="51807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ED3A27-BAE0-3C07-F0EB-15BD846EF77A}"/>
              </a:ext>
            </a:extLst>
          </p:cNvPr>
          <p:cNvSpPr/>
          <p:nvPr/>
        </p:nvSpPr>
        <p:spPr>
          <a:xfrm>
            <a:off x="571500" y="170512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Desarrollado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la Plataforma INTEGRAESAVI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EF12E2-DC3A-3868-5299-EFFFBD289376}"/>
              </a:ext>
            </a:extLst>
          </p:cNvPr>
          <p:cNvSpPr/>
          <p:nvPr/>
        </p:nvSpPr>
        <p:spPr>
          <a:xfrm>
            <a:off x="361951" y="2291730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8E84A61-45B2-8D59-E0CB-9CD29FDF9923}"/>
              </a:ext>
            </a:extLst>
          </p:cNvPr>
          <p:cNvSpPr/>
          <p:nvPr/>
        </p:nvSpPr>
        <p:spPr>
          <a:xfrm>
            <a:off x="381001" y="2291730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E1E9F18-EDD9-1C2B-E031-8F5D2D0164D1}"/>
              </a:ext>
            </a:extLst>
          </p:cNvPr>
          <p:cNvSpPr/>
          <p:nvPr/>
        </p:nvSpPr>
        <p:spPr>
          <a:xfrm>
            <a:off x="552451" y="2444130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386EB1B9-D8B5-34BD-C61C-02C13BFC2F9B}"/>
              </a:ext>
            </a:extLst>
          </p:cNvPr>
          <p:cNvSpPr/>
          <p:nvPr/>
        </p:nvSpPr>
        <p:spPr>
          <a:xfrm>
            <a:off x="361951" y="2983697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FE00597D-EC84-77A5-8D0E-794ECE0EBDD2}"/>
              </a:ext>
            </a:extLst>
          </p:cNvPr>
          <p:cNvSpPr/>
          <p:nvPr/>
        </p:nvSpPr>
        <p:spPr>
          <a:xfrm>
            <a:off x="381001" y="2983697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0B991799-7FC8-C27D-E5CA-01CE4E3F783F}"/>
              </a:ext>
            </a:extLst>
          </p:cNvPr>
          <p:cNvSpPr/>
          <p:nvPr/>
        </p:nvSpPr>
        <p:spPr>
          <a:xfrm>
            <a:off x="552451" y="3136097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C3C6D54-9A07-1EC7-F733-D33CC44F5ADF}"/>
              </a:ext>
            </a:extLst>
          </p:cNvPr>
          <p:cNvSpPr/>
          <p:nvPr/>
        </p:nvSpPr>
        <p:spPr>
          <a:xfrm>
            <a:off x="381000" y="367566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8A2B7374-3CDB-B6CA-8707-BCF06AC64033}"/>
              </a:ext>
            </a:extLst>
          </p:cNvPr>
          <p:cNvSpPr/>
          <p:nvPr/>
        </p:nvSpPr>
        <p:spPr>
          <a:xfrm>
            <a:off x="400050" y="3675664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EA2D97AF-1191-FFED-CFA5-2129D2857E83}"/>
              </a:ext>
            </a:extLst>
          </p:cNvPr>
          <p:cNvSpPr/>
          <p:nvPr/>
        </p:nvSpPr>
        <p:spPr>
          <a:xfrm>
            <a:off x="571500" y="382806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98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8077-543E-90F2-D28C-65310A6A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254428-6AE3-DB21-0448-87AA5251DFE0}"/>
              </a:ext>
            </a:extLst>
          </p:cNvPr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85A3DE-77A8-C3ED-F7A1-540EFC3FE933}"/>
              </a:ext>
            </a:extLst>
          </p:cNvPr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</a:t>
            </a:r>
            <a:r>
              <a:rPr lang="en-US" sz="30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98A46F-E9BD-F066-A2FB-37EE605889AC}"/>
              </a:ext>
            </a:extLst>
          </p:cNvPr>
          <p:cNvSpPr/>
          <p:nvPr/>
        </p:nvSpPr>
        <p:spPr>
          <a:xfrm>
            <a:off x="381000" y="155272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E8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4B2C79-9F91-1A3B-EE43-E4F7D4AF7AED}"/>
              </a:ext>
            </a:extLst>
          </p:cNvPr>
          <p:cNvSpPr/>
          <p:nvPr/>
        </p:nvSpPr>
        <p:spPr>
          <a:xfrm>
            <a:off x="400050" y="1552724"/>
            <a:ext cx="0" cy="51807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4601E8-AFEA-AFD4-3F4F-A3363D5BE508}"/>
              </a:ext>
            </a:extLst>
          </p:cNvPr>
          <p:cNvSpPr/>
          <p:nvPr/>
        </p:nvSpPr>
        <p:spPr>
          <a:xfrm>
            <a:off x="571500" y="170512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Desarrollado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la Plataforma INTEGRAESAVI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65FBD07-D898-1A51-BE58-D40903A860EE}"/>
              </a:ext>
            </a:extLst>
          </p:cNvPr>
          <p:cNvSpPr/>
          <p:nvPr/>
        </p:nvSpPr>
        <p:spPr>
          <a:xfrm>
            <a:off x="361951" y="2291730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A7351A-633D-E69A-F2DE-A298865A71C1}"/>
              </a:ext>
            </a:extLst>
          </p:cNvPr>
          <p:cNvSpPr/>
          <p:nvPr/>
        </p:nvSpPr>
        <p:spPr>
          <a:xfrm>
            <a:off x="381001" y="2291730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A6787B-5D5F-2C36-2231-60F0F4EDE2F4}"/>
              </a:ext>
            </a:extLst>
          </p:cNvPr>
          <p:cNvSpPr/>
          <p:nvPr/>
        </p:nvSpPr>
        <p:spPr>
          <a:xfrm>
            <a:off x="552451" y="2444130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03AF69CB-11D2-D349-FE39-9AA99A42F484}"/>
              </a:ext>
            </a:extLst>
          </p:cNvPr>
          <p:cNvSpPr/>
          <p:nvPr/>
        </p:nvSpPr>
        <p:spPr>
          <a:xfrm>
            <a:off x="361951" y="2983697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5FE55D0B-A770-B619-F157-E29A85C15936}"/>
              </a:ext>
            </a:extLst>
          </p:cNvPr>
          <p:cNvSpPr/>
          <p:nvPr/>
        </p:nvSpPr>
        <p:spPr>
          <a:xfrm>
            <a:off x="381001" y="2983697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E27E1BDA-6A99-9C80-BE65-66FDD6376E30}"/>
              </a:ext>
            </a:extLst>
          </p:cNvPr>
          <p:cNvSpPr/>
          <p:nvPr/>
        </p:nvSpPr>
        <p:spPr>
          <a:xfrm>
            <a:off x="552451" y="3136097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84461EA-F165-FC6B-76AE-3A69D3F82BA1}"/>
              </a:ext>
            </a:extLst>
          </p:cNvPr>
          <p:cNvSpPr/>
          <p:nvPr/>
        </p:nvSpPr>
        <p:spPr>
          <a:xfrm>
            <a:off x="381000" y="367566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F1DD0E5D-AEEF-9354-571E-D41ED6758A96}"/>
              </a:ext>
            </a:extLst>
          </p:cNvPr>
          <p:cNvSpPr/>
          <p:nvPr/>
        </p:nvSpPr>
        <p:spPr>
          <a:xfrm>
            <a:off x="400050" y="3675664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04EC1A8A-FDCE-B749-C2A1-7D7FB27F2E30}"/>
              </a:ext>
            </a:extLst>
          </p:cNvPr>
          <p:cNvSpPr/>
          <p:nvPr/>
        </p:nvSpPr>
        <p:spPr>
          <a:xfrm>
            <a:off x="571500" y="382806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418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2E3F-15D4-CA8E-3F4A-D6412CB5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816E1B-0AA7-14C6-586A-6B8C6A66CC78}"/>
              </a:ext>
            </a:extLst>
          </p:cNvPr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2B9D31-E530-18A2-E993-5D417C98A4BF}"/>
              </a:ext>
            </a:extLst>
          </p:cNvPr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</a:t>
            </a:r>
            <a:r>
              <a:rPr lang="en-US" sz="30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5AFC5-F86E-231E-9E4F-72D0EC8677BB}"/>
              </a:ext>
            </a:extLst>
          </p:cNvPr>
          <p:cNvSpPr/>
          <p:nvPr/>
        </p:nvSpPr>
        <p:spPr>
          <a:xfrm>
            <a:off x="381000" y="155272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E8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0C4A96-6172-61E6-8A79-C1D413C0F703}"/>
              </a:ext>
            </a:extLst>
          </p:cNvPr>
          <p:cNvSpPr/>
          <p:nvPr/>
        </p:nvSpPr>
        <p:spPr>
          <a:xfrm>
            <a:off x="400050" y="1552724"/>
            <a:ext cx="0" cy="51807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6E1791-8E8B-C966-24A8-1A23C314430B}"/>
              </a:ext>
            </a:extLst>
          </p:cNvPr>
          <p:cNvSpPr/>
          <p:nvPr/>
        </p:nvSpPr>
        <p:spPr>
          <a:xfrm>
            <a:off x="571500" y="170512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Desarrollado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 la Plataforma INTEGRAESAVI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B5F5B43-7CA5-200B-7ECB-10B7B066555C}"/>
              </a:ext>
            </a:extLst>
          </p:cNvPr>
          <p:cNvSpPr/>
          <p:nvPr/>
        </p:nvSpPr>
        <p:spPr>
          <a:xfrm>
            <a:off x="361951" y="2291730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3915906-ACD2-CC8D-78F4-B60F5CF69309}"/>
              </a:ext>
            </a:extLst>
          </p:cNvPr>
          <p:cNvSpPr/>
          <p:nvPr/>
        </p:nvSpPr>
        <p:spPr>
          <a:xfrm>
            <a:off x="381001" y="2291730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344AF73-0425-2763-105F-C739C4C49412}"/>
              </a:ext>
            </a:extLst>
          </p:cNvPr>
          <p:cNvSpPr/>
          <p:nvPr/>
        </p:nvSpPr>
        <p:spPr>
          <a:xfrm>
            <a:off x="552451" y="2444130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DC5D8E87-E214-0C34-DD46-B70EC22A4DC5}"/>
              </a:ext>
            </a:extLst>
          </p:cNvPr>
          <p:cNvSpPr/>
          <p:nvPr/>
        </p:nvSpPr>
        <p:spPr>
          <a:xfrm>
            <a:off x="361951" y="2983697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CF2ECB2A-79E7-7281-C1A6-840CDACD2B80}"/>
              </a:ext>
            </a:extLst>
          </p:cNvPr>
          <p:cNvSpPr/>
          <p:nvPr/>
        </p:nvSpPr>
        <p:spPr>
          <a:xfrm>
            <a:off x="381001" y="2983697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98FDCA8C-BD13-5C63-0C69-994E6D821F27}"/>
              </a:ext>
            </a:extLst>
          </p:cNvPr>
          <p:cNvSpPr/>
          <p:nvPr/>
        </p:nvSpPr>
        <p:spPr>
          <a:xfrm>
            <a:off x="552451" y="3136097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DCCA9D7-6EC3-B746-1F91-85FD9D6F360E}"/>
              </a:ext>
            </a:extLst>
          </p:cNvPr>
          <p:cNvSpPr/>
          <p:nvPr/>
        </p:nvSpPr>
        <p:spPr>
          <a:xfrm>
            <a:off x="381000" y="3675664"/>
            <a:ext cx="4000500" cy="518071"/>
          </a:xfrm>
          <a:prstGeom prst="roundRect">
            <a:avLst>
              <a:gd name="adj" fmla="val 7354"/>
            </a:avLst>
          </a:prstGeom>
          <a:solidFill>
            <a:srgbClr val="FFF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73D068F6-C7FE-74B9-BCB8-D965D714037E}"/>
              </a:ext>
            </a:extLst>
          </p:cNvPr>
          <p:cNvSpPr/>
          <p:nvPr/>
        </p:nvSpPr>
        <p:spPr>
          <a:xfrm>
            <a:off x="400050" y="3675664"/>
            <a:ext cx="0" cy="51807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1B079A1-856E-B621-4E5F-D8D0F400886F}"/>
              </a:ext>
            </a:extLst>
          </p:cNvPr>
          <p:cNvSpPr/>
          <p:nvPr/>
        </p:nvSpPr>
        <p:spPr>
          <a:xfrm>
            <a:off x="571500" y="382806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6637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71DA-8731-8020-DBE2-519C2585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EF41E3-6B42-2080-E771-AC8872CF27A0}"/>
              </a:ext>
            </a:extLst>
          </p:cNvPr>
          <p:cNvSpPr/>
          <p:nvPr/>
        </p:nvSpPr>
        <p:spPr>
          <a:xfrm>
            <a:off x="219075" y="733574"/>
            <a:ext cx="0" cy="3810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04854B-162E-31EC-AFAC-6247E998F42C}"/>
              </a:ext>
            </a:extLst>
          </p:cNvPr>
          <p:cNvSpPr/>
          <p:nvPr/>
        </p:nvSpPr>
        <p:spPr>
          <a:xfrm>
            <a:off x="400050" y="73357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Esperados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1823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</Words>
  <Application>Microsoft Macintosh PowerPoint</Application>
  <PresentationFormat>Presentación en pantalla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 ESAVI - Productos Esperados</dc:title>
  <dc:subject>PptxGenJS Presentation</dc:subject>
  <dc:creator>INTEGRA ESAVI</dc:creator>
  <cp:lastModifiedBy>Rolando Vinicio Casigña Parra</cp:lastModifiedBy>
  <cp:revision>2</cp:revision>
  <dcterms:created xsi:type="dcterms:W3CDTF">2025-12-26T13:06:09Z</dcterms:created>
  <dcterms:modified xsi:type="dcterms:W3CDTF">2025-12-26T13:32:03Z</dcterms:modified>
</cp:coreProperties>
</file>